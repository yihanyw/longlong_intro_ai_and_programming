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27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0D9488">
              <a:alpha val="85000"/>
            </a:srgbClr>
          </a:solidFill>
          <a:ln w="190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2860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0D9488">
              <a:alpha val="85000"/>
            </a:srgbClr>
          </a:solidFill>
          <a:ln w="190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2900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2860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0D9488">
              <a:alpha val="85000"/>
            </a:srgbClr>
          </a:solidFill>
          <a:ln w="190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8076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8076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16459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Numerical Python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235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foundational library for fast numerical computation in Python.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18488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673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 Arrays: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ndarray — a powerful, typed, multi-dimensional array.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423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670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run in compiled C code, far faster than pure Python loops.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18104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172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419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algebra, statistics, signal processing, ML foundations.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12080" y="118872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76672" y="1298448"/>
            <a:ext cx="3236976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an array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3, 4, 5])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Math on every element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* 2)       # [2 4 6 8 10]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print(a.mean())    # 3.0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2D matrix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np.zeros((3, 3))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m[1, 1] = 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print(m.shape)     # (3, 3)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16459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Python Data Analysis Library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235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for structured data manipulation, built on top of NumPy.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18488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673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one-dimensional labeled array — like a single spreadsheet column.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423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DataFrame: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670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table with labeled rows &amp; columns — the core data structure.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18104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172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I/O: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419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CSV, Excel, JSON, SQL, and more with a single function call.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67912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922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4169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group, aggregate, merge, reshape, and clean data with ease.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12080" y="118872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76672" y="1298448"/>
            <a:ext cx="3236976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 DataFrame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'Name':  ['Alice','Bob','Carol'],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'Score': [88, 95, 72],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'Grade': ['B', 'A', 'C']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df[df['Score'] &gt; 80]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Summary stats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print(df['Score'].mean()) # 85.0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16459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Data Visualization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23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most widely used library for creating static &amp; interactive charts.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18488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673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pyplot: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MATLAB-like interface for quickly generating common plot types.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423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types: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670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scatter, histogram, pie, heatmap, boxplot, and more.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18104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Customization: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419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colors, labels, axes, legends, and layout.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12080" y="118872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76672" y="1298448"/>
            <a:ext cx="3236976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np.linspace(0, 2 * np.pi, 100)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np.sin(x)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plt.figure(figsize=(8, 4))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y, color='teal',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linewidth=2, label='sin(x)')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plt.title('Sine Wave')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plt.xlabel('x')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plt.ylabel('sin(x)')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503</Words>
  <Application>Microsoft Macintosh PowerPoint</Application>
  <PresentationFormat>On-screen Show (16:9)</PresentationFormat>
  <Paragraphs>87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Science: NumPy, Pandas &amp; Matplotlib</dc:title>
  <dc:subject>PptxGenJS Presentation</dc:subject>
  <dc:creator>PptxGenJS</dc:creator>
  <cp:lastModifiedBy>Wang, Yihan</cp:lastModifiedBy>
  <cp:revision>2</cp:revision>
  <dcterms:created xsi:type="dcterms:W3CDTF">2026-06-23T19:34:46Z</dcterms:created>
  <dcterms:modified xsi:type="dcterms:W3CDTF">2026-06-23T21:07:26Z</dcterms:modified>
</cp:coreProperties>
</file>